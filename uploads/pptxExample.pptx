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F92F-F3E7-9099-F185-5E4E73AB2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73BB79-9379-8798-0E82-2CC4DC052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9BE5C-2E76-7707-1DFD-1E5CFD8C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8F58-9D5D-4798-B405-FDF60E4B1F63}" type="datetimeFigureOut">
              <a:rPr lang="en-US" smtClean="0"/>
              <a:t>04-Apr-26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BD4C5-2F22-3023-9E64-0626A612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B0BE8-2371-37A0-4702-61F5A58E1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A017-909C-4E7A-AB35-566981C0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39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5E4F-9A6B-D1BE-099B-AB9C087E2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FC0C3-69FD-7967-160C-442C02991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AB3DB-1655-428C-522F-7C006861C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8F58-9D5D-4798-B405-FDF60E4B1F63}" type="datetimeFigureOut">
              <a:rPr lang="en-US" smtClean="0"/>
              <a:t>04-Apr-26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73699-1E56-FF54-4E19-6857A3881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465D1-B8D0-9934-71D9-FD59A08F0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A017-909C-4E7A-AB35-566981C0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2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E27C-DE67-1DBC-EE8A-E83003B06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9E686-3DEB-E130-FF29-95E9F96E7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27524-FDA4-3ECD-EC40-3B337B7E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8F58-9D5D-4798-B405-FDF60E4B1F63}" type="datetimeFigureOut">
              <a:rPr lang="en-US" smtClean="0"/>
              <a:t>04-Apr-26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50B60-7913-FD2E-7304-6D5DB8A81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8A5CB-7138-5B2D-55EC-30B35DFD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A017-909C-4E7A-AB35-566981C0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34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9384-86C7-6E70-46E6-D817E0A12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86EEE-5CE6-6C47-165E-621DD992E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45608-38A1-7B29-59DA-B8227EAD1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86A06-9C9F-263F-14A4-90869E88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8F58-9D5D-4798-B405-FDF60E4B1F63}" type="datetimeFigureOut">
              <a:rPr lang="en-US" smtClean="0"/>
              <a:t>04-Apr-26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D896D-70C8-9AED-E454-368DA7CC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CD211-1F48-1718-B5C8-E890B06A7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A017-909C-4E7A-AB35-566981C0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9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34013-D794-4B11-B5FA-0CD3269B3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475DA-0350-A62E-A24F-D15B93918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F1ACC-C86A-F775-989F-36F031CF6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A953B-DEDD-2499-52D2-ACF769AA2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2344C-FAFD-3CC5-3EC5-417E3ED77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4A1665-765E-27D1-A760-3D9C7429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8F58-9D5D-4798-B405-FDF60E4B1F63}" type="datetimeFigureOut">
              <a:rPr lang="en-US" smtClean="0"/>
              <a:t>04-Apr-26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894E98-6CE3-3711-1F14-BE3AD676B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4DE9D3-923C-F2E9-0D52-A51D7810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A017-909C-4E7A-AB35-566981C0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70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0345-1863-C994-167E-E86A21D95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A1A801-CC59-4827-524A-804C72421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8F58-9D5D-4798-B405-FDF60E4B1F63}" type="datetimeFigureOut">
              <a:rPr lang="en-US" smtClean="0"/>
              <a:t>04-Apr-26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AFD2B7-C89B-B2DD-499C-05AD9873E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7A163-4900-5BA0-F244-9565D0D58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A017-909C-4E7A-AB35-566981C0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06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D72E25-A8C9-6185-3ED6-32482AEDF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8F58-9D5D-4798-B405-FDF60E4B1F63}" type="datetimeFigureOut">
              <a:rPr lang="en-US" smtClean="0"/>
              <a:t>04-Apr-26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18A18-4761-674C-9927-DF14EA01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66059-3924-2B9E-0044-856365D4E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A017-909C-4E7A-AB35-566981C0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63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5BF3-B5D6-2D9F-0900-4032177F8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A0FBA-5105-74B4-8355-1B2B9EEB4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43D24-833A-2A02-D9CD-AFD4816E1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4166D-68A4-C39A-ADA1-FBD26C85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8F58-9D5D-4798-B405-FDF60E4B1F63}" type="datetimeFigureOut">
              <a:rPr lang="en-US" smtClean="0"/>
              <a:t>04-Apr-26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D31B7-8E97-D90D-6BA4-6C2703E62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5E247-26C9-5612-5FA7-BCAC47D7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A017-909C-4E7A-AB35-566981C0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75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D223-8E9D-D391-0217-FA725AA2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CCDD65-04D5-4301-DF92-A7BFF1DCF1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B8B6B-886B-84B9-5757-89F1CCF00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E3BDD-F3F6-D23F-BD77-EDF9F95A9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8F58-9D5D-4798-B405-FDF60E4B1F63}" type="datetimeFigureOut">
              <a:rPr lang="en-US" smtClean="0"/>
              <a:t>04-Apr-26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03A0B-4E46-572F-31C7-63C731E6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B662C-9EC4-AB6E-4E23-BFF2A804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A017-909C-4E7A-AB35-566981C0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279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8F56-636F-CC1C-410B-03227B39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4FE64-C3DA-C893-1046-611C57DC7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2DF3D-1539-05E3-5C81-58E0AF104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8F58-9D5D-4798-B405-FDF60E4B1F63}" type="datetimeFigureOut">
              <a:rPr lang="en-US" smtClean="0"/>
              <a:t>04-Apr-26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FADA1-59F5-767F-7DA3-5906274D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525F9-C962-62DF-318A-574D84C7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A017-909C-4E7A-AB35-566981C0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4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285A14-B421-3420-E144-9CC350A54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2A417-FF97-6648-1550-C90A0DFEC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629A6-A97B-B62F-BEF0-34BCF49F3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8F58-9D5D-4798-B405-FDF60E4B1F63}" type="datetimeFigureOut">
              <a:rPr lang="en-US" smtClean="0"/>
              <a:t>04-Apr-26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B3BEC-2B20-3F0D-750C-C1A9E25C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95367-CAE3-D165-A4A5-29DEC7159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DA017-909C-4E7A-AB35-566981C0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0C84F-D29B-3222-6D25-00CB83054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EAC07-2AF9-6EE6-8A46-B91B89972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3ABFF-A675-F088-789D-11B456DCB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A8F58-9D5D-4798-B405-FDF60E4B1F63}" type="datetimeFigureOut">
              <a:rPr lang="en-US" smtClean="0"/>
              <a:t>04-Apr-26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88FE7-49A4-B937-6028-822195E5D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5F675-F80B-BA20-0223-1998F85B4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DA017-909C-4E7A-AB35-566981C0C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12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14111-52D5-D749-E305-60AE7AFFDE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Powerpoint</a:t>
            </a:r>
            <a:r>
              <a:rPr lang="pl-PL"/>
              <a:t> example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62C11B-108C-1952-2318-A6EA582E91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08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Mazur</dc:creator>
  <cp:lastModifiedBy>Jakub Mazur</cp:lastModifiedBy>
  <cp:revision>1</cp:revision>
  <dcterms:created xsi:type="dcterms:W3CDTF">2026-04-03T23:16:12Z</dcterms:created>
  <dcterms:modified xsi:type="dcterms:W3CDTF">2026-04-03T23:16:28Z</dcterms:modified>
</cp:coreProperties>
</file>